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051560"/>
            <a:ext cx="2011680" cy="3810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部長会（30分）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65960"/>
            <a:ext cx="1078992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30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構造改革の「新しい会議の仕組み」が始まります</a:t>
            </a:r>
          </a:p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——検討と実行を前に進めるための、4つの会議とその回し方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今日お伝えすること：①どんな会議ができるのか　②皆さんの部門にどう関係するのか　③いまある会議はどうなるのか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572000"/>
            <a:ext cx="10515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円谷プロダクション　専務執行役員　新谷 隼人</a:t>
            </a:r>
          </a:p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本日30分：説明 18分 ／ 質疑 10分 ／ 締め 2分　※外部専門家（カーニー社）の支援を受けて設計中の内容です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なぜ会議を変えるのか（3分）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改革は「会議で決まる」——報告だけで終わる会議では、改革は前に進まない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17904"/>
            <a:ext cx="111556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構造改革では検討することと決めることが大量に発生します。それを流す専用の“道路”が必要です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65376"/>
            <a:ext cx="1115568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これまでの会議の課題（見立て）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報告と共有で時間が尽き、「何を決めたのか」が残らない／決めるべきことが、決められる人のところまで上がっていかない／決まったことのその後を、誰も追いかけていない</a:t>
            </a:r>
          </a:p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新しい仕組みの考え方は3つ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① 検討する場・決める場・点検する場を分ける——実務の議論と経営の判断を同じ会議に混ぜない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② 決められる人のところに、決めるべきことだけを上げる——細かい論点は現場で決め切り、経営判断が必要なものだけを絞って上げる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③ 決めたことは台帳に記録し、次の会議で必ず「やったか」を確認する——言いっぱなし・聞きっぱなしをなくす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※ 資料の作り込みは原則禁止（Wordのメモで運営）。会議のための資料作成に時間を使わないことも、この仕組みの柱です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5870448"/>
            <a:ext cx="11183112" cy="566928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870448"/>
            <a:ext cx="38100" cy="56692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5934456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ここだけ覚えて帰ってください　</a:t>
            </a: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新しい会議は「報告の場」ではなく「決める場」。この一点がすべての土台です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円谷プロダクション｜構造改革の新しい会議の仕組み 部長会共有資料（社外秘）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全体像（4分）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会議は4種類——毎日の事務局会議から、会長が判断する点検会議まで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17904"/>
            <a:ext cx="111556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流れ：分科会（週次）を2回 → 戦略会議（隔週）→ 点検会議（隔週）。この1周を2週間で回します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901952"/>
          <a:ext cx="11183109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7225"/>
                <a:gridCol w="3674451"/>
                <a:gridCol w="1038431"/>
                <a:gridCol w="2556139"/>
                <a:gridCol w="2076863"/>
              </a:tblGrid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会議の名前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ひとことで言うと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頻度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主な出席者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決めることの大きさ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分科会（3つ）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テーマごとに「何をやるか・どう実行するか」を具体的に検討する場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週1回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分科会リーダー＋関係する部長＋担当メンバー＋事務局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実務レベル（現場で決め切る）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戦略会議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全体が計画どおり進んでいるかを確かめ、人や時間の配分を決める場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2週に1回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永竹社長＋分科会リーダー＋事務局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経営の実務レベル（社長が決める）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点検会議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会長が改革の進み具合を点検し、重要なことを決める場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2週に1回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会長＋永竹社長＋分科会リーダー＋事務局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経営判断レベル（会長が決める）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事務局会議（PMO会議）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事務局チーム（PMO）が毎朝、進捗の確認と各会議の準備をする場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毎日30分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事務局チームのみ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運営レベル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4617720"/>
            <a:ext cx="111556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2週間の基本サイクル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毎朝：事務局会議　→　毎週：3つの分科会　→　隔週：戦略会議　→　その翌週：点検会議　→（決まったことが分科会に戻り、次の2週間へ）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5870448"/>
            <a:ext cx="11183112" cy="566928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5870448"/>
            <a:ext cx="38100" cy="56692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5934456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ここだけ覚えて帰ってください　</a:t>
            </a: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下から上に「論点」が上がり、上から下に「決定」が降りてくる。この循環が2週間で1周します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円谷プロダクション｜構造改革の新しい会議の仕組み 部長会共有資料（社外秘）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3つの分科会（4分）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テーマは「接点づくり」「ライセンス営業改革」「経営基盤強化」の3つ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17904"/>
            <a:ext cx="111556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分科会は関係する部長にも入っていただく検討チームです。ここが改革の主戦場になります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901952"/>
          <a:ext cx="1118311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6626"/>
                <a:gridCol w="1558302"/>
                <a:gridCol w="4949902"/>
                <a:gridCol w="2658280"/>
              </a:tblGrid>
              <a:tr h="64008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分科会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リーダー（想定）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検討するテーマの例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関係が深い部門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接点づくり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黒澤さん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お客様・ファンの理解／日常的な接点づくり／EC・イベント・SNSの活用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マーケティング・EC・イベント・宣伝など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ライセンス営業改革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南谷さん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既存取引先の分析と重要度のランク分け／新規開拓／営業資料・提案の質の向上／営業の管理の仕組み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ライセンス営業・リテール・海外・監修・法務など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経営基盤強化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高橋さん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会議の仕組み／目標と進み具合を測る数字／役割分担の整理／管理ルール・手引き／AIの活用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経営企画・管理部門・情報システムなど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4983480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分科会の進め方のルール　</a:t>
            </a: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資料の作り込みなし（Wordのメモで運営）　■ 議題は「共有・議論・決定」の3つに必ず区分（全部が“共有”になったら赤信号）　■ 会議の最後に「戦略会議に上げる論点」を確定して事務局へ渡す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5870448"/>
            <a:ext cx="11183112" cy="566928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5870448"/>
            <a:ext cx="38100" cy="56692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5934456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ここだけ覚えて帰ってください　</a:t>
            </a: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皆さんの部門のメンバーが分科会の主力になります。人選のご相談をこの後させてください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円谷プロダクション｜構造改革の新しい会議の仕組み 部長会共有資料（社外秘）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戦略会議と点検会議（3分）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「決め切る場」と「会長が決める場」——2つの会議の違い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17904"/>
            <a:ext cx="111556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同じ論点を二度議論しない。それぞれの会議で決めることをはっきり分けます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65376"/>
            <a:ext cx="1115568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戦略会議（社長・2週に1回）＝ 自分たちで決められることを決め切る場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15週間の計画に対して進んでいるかの確認／人と時間の配分の判断／部門をまたぐ調整。ここで決められることは、ここで全部決めます</a:t>
            </a:r>
          </a:p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点検会議（会長・2週に1回）＝ 会長の判断が必要なことだけを上げる場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会社の方針・優先順位に関わること／新しいお金や体制が必要なこと／部門の権限や組織に関わること／会長・社長に動いていただきたいこと（重要な取引先との面談など）——に絞って、1回3件以内で上げます</a:t>
            </a:r>
          </a:p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点検会議の型（毎回同じ流れ）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①今日決めること（最大3件）→ ②前回決めたことの進捗確認 → ③全体の進み具合 → ④分科会ごとの要点 → ⑤決める（本丸）→ ⑥詰まっていることの対応 → ⑦次回までの宿題の確認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※ 会長向けには、判断に必要な図表だけを数枚のPowerPointで用意します（作成は事務局・上限2時間）。それ以外はWordのメモです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5870448"/>
            <a:ext cx="11183112" cy="566928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870448"/>
            <a:ext cx="38100" cy="56692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5934456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ここだけ覚えて帰ってください　</a:t>
            </a: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「上げすぎない」ことが大事。細かいことまで上げると、会長の会議が報告会に戻ってしまいます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円谷プロダクション｜構造改革の新しい会議の仕組み 部長会共有資料（社外秘）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全会議 共通のルール（2分）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決めたことは1つの台帳に記録し、放置されたら自動的に上の会議に上がる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17904"/>
            <a:ext cx="111556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この2つのルールが「言いっぱなし」を防ぎます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65376"/>
            <a:ext cx="1115568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ルール①　決定の台帳（全会議共通）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どの会議で決まったことも、1つの台帳に記録します：決めたこと／理由／担当／期限。各会議の冒頭で前回分の「やったか」を必ず確認します。「検討します」は決定ではありません——誰が・いつまでに・何を、まで決めて記録します</a:t>
            </a:r>
          </a:p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ルール②　放置されたら上に上がる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期限を2回続けて超えたことは、自動的に1つ上の会議（分科会→戦略会議→点検会議）の議題になります。担当者を責めるためではなく、「一人で抱えて止まる」のを防ぐためです</a:t>
            </a:r>
          </a:p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ルール③　資料の作り込み禁止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全会議、Wordのメモが基本。きれいな資料を作る時間を、検討と実行に使います（例外は点検会議の図表数枚のみ）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記録・運営はすべて事務局チーム（PMO）が担います。皆さんに議事録づくりをお願いすることはありません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5870448"/>
            <a:ext cx="11183112" cy="566928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870448"/>
            <a:ext cx="38100" cy="56692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5934456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ここだけ覚えて帰ってください　</a:t>
            </a: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「決めたことが台帳に残り、翌回に確認される」——これだけで会議の実効性は大きく変わります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円谷プロダクション｜構造改革の新しい会議の仕組み 部長会共有資料（社外秘）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いまある会議はどうなるか（2分）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会議は増やしません——重なるものは統合し、部門の定例はそのまま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17904"/>
            <a:ext cx="111556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新しい会議と重複する既存の会議・取り組みは、次のとおり整理します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901952"/>
          <a:ext cx="11183111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33231"/>
                <a:gridCol w="6049880"/>
              </a:tblGrid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これまで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これから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営業改革で始めるとお話ししていた「週次の営業会議（案件・停滞の確認）」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ライセンス営業改革分科会に統合（案件リストや時間の記録などの道具はそのまま使います）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同じく「月例の案件会議（経営出席で、やめる案件などを決める場）」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戦略会議と点検会議に役割を分けて統合（人・時間の配分は戦略会議、大きな判断は点検会議）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営業改革の「専任の推進チーム」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事務局チーム（PMO）に一本化（機能はそのまま）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各部門の定例会議・朝会など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変更なし（ただし構造改革に関わる論点は、部門会議ではなく分科会に持ち込んでください）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4526280"/>
            <a:ext cx="111556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原則：同じ話を2つの会議でしない・同じデータを2か所で管理しない</a:t>
            </a:r>
          </a:p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案件リスト・決定の台帳・進捗の数字は1か所で管理し、全部の会議が同じものを見ます。「あの会議用の資料」を別に作ることはありません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5870448"/>
            <a:ext cx="11183112" cy="566928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5870448"/>
            <a:ext cx="38100" cy="56692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5934456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ここだけ覚えて帰ってください　</a:t>
            </a: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「これも統合できるのでは」という会議があれば、質疑で挙げてください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円谷プロダクション｜構造改革の新しい会議の仕組み 部長会共有資料（社外秘）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皆さんへのお願い（2分）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部長の皆さんにお願いしたいことは4つ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17904"/>
            <a:ext cx="111556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いずれも詳細は個別にご相談します。本日は全体像だけ頭に入れてください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65376"/>
            <a:ext cx="1115568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① 分科会メンバーの人選への協力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自部門から分科会に参加するメンバーの選出。実務が分かり、部門を代表して発言できる方を。兼務前提で、負荷は週2〜4時間想定</a:t>
            </a:r>
          </a:p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② 関係する分科会への出席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自部門に関係が深い分科会には、部長ご自身にも出ていただきます（毎週60〜90分）。「決定」に部門の声を反映する場です</a:t>
            </a:r>
          </a:p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③ 決まったことの部内への展開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分科会・戦略会議・点検会議で決まったことを、自部門のメンバーに伝えて動かす。決定の台帳は全部長に共有されます</a:t>
            </a:r>
          </a:p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④ 論点を「上げる」習慣づけ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部門で抱えて止まっている構造改革関連の課題は、分科会に持ち込んでください。上げることは失点ではなく、この仕組みの正しい使い方です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5870448"/>
            <a:ext cx="11183112" cy="566928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870448"/>
            <a:ext cx="38100" cy="56692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5934456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ここだけ覚えて帰ってください　</a:t>
            </a: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特に①の人選は今週中にご相談します。候補者のイメージを持ち帰ってください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円谷プロダクション｜構造改革の新しい会議の仕組み 部長会共有資料（社外秘）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スケジュールと質疑（10分）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直近の動きと、本日の質疑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17904"/>
            <a:ext cx="111556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ご質問・ご懸念は本日と、今後1週間（新谷まで直接）で受け付けます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65376"/>
            <a:ext cx="1115568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直近のスケジュール（予定）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今週〜来週：分科会メンバーの人選（各部長にご相談）／会議の曜日・時間の確定／事務局（PMO）の立ち上げ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その後：分科会の初回開催 → 2週間サイクルの開始（15週間の計画で運営）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各会議の進め方の型（アジェンダの様式・議事メモの様式）は事務局から配布します。ゼロから作る必要はありません</a:t>
            </a:r>
          </a:p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本日の質疑で特に伺いたいこと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① 自部門との関わりで不明な点（どの分科会に誰が出るべきか等）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② 既存の会議との重なりで整理すべきもの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③ この仕組みで「ここが回らなくなりそう」という予感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会議を変えることは、仕事の進み方を変えることです。ご協力をお願いします。——新谷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円谷プロダクション｜構造改革の新しい会議の仕組み 部長会共有資料（社外秘）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