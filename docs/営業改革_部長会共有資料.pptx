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部長会（経営会議に諮る前のご相談・30分）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営業のやり方を見直したい——皆さんの意見を聞かせてください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——円谷のIPが生み出す収益を、もっと大きくするための全社的な見直し（案）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本日の内容はまだ「たたき台」です。皆さんの現場感で直した上で、経営会議に諮ります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円谷プロダクション　専務執行役員　新谷 隼人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本日30分：構想の説明 18分 ／ 意見交換 10分 ／ 今後の進め方 2分　※詳しい資料は会議後にお渡しします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本日の位置づけ（2分）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本日は「決まったことの連絡」ではありません——経営会議に諮る前に、皆さんの知恵を借りたい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実施するかどうか・予算・人事は経営会議で決めることです。本日この場で決めることはありません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お願いは2つだけ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これから示す課題は、私の見立て（仮説）です。皆さんの現場の実感と合っているか、ズレているかを教えてください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② 「この進め方では、ここで詰まる」という予感があれば、いま指摘してください。始まってから直すより、いま直す方がはるかに安く済みます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先に一つだけ約束します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この見直しは、営業部門の管理強化ではありません。後ほど「働いた時間の記録」をお願いする話が出てきますが、その記録は人事評価には一切使いません。目的は、現場の時間を奪っている仕事を突き止めて、提案や商談に使える時間を増やすことです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30分で収めるため、説明は要点のみ。詳しい資料は会議後にお渡しします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皆さんに伺いたいこと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気になった点は途中でも遠慮なく。最後に10分、まとめて意見交換の時間も取ります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円谷プロダクション｜営業改革構想 部長会共有資料（経営会議に諮る前の相談用・社外秘）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課題認識（5分）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ウルトラマンの商売の間口が広がるほど、営業の仕事は複雑になっている——4つの見立て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海外、カードゲーム、自社通販、イベント、AI、教育と機会が増える一方、営業の仕組みが昔のままの可能性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見立て①　全体像が見えていない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いま会社全体で商談がいくつ動いていて、止まっている案件がいくつあるか、誰も正確に答えられない。情報が担当者の頭の中と個人のExcelに散らばっている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見立て②　案件を選ぶ物差しが「売上の大きさ」しかない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利益率や手間のかかり方が見えないため、「断る基準」がなく、手間のわりに儲からない案件も全部背負っている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見立て③　時間を食っているのは商談ではなく、その後ろの工程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監修・契約・社内調整に日数の大半がかかっている可能性（※監修はIPの品質を守る要。緩めるのではなく、案件の中身に応じて簡易な進め方と丁寧な進め方を分ける発想）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見立て④　会議で報告はされるが、物事が決まらない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報告で時間が尽き、「どの案件に力を入れるか」「どれをやめるか」「誰を助けるか」が決まらないまま散会している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これは現場の頑張り不足ではなく、仕組みの問題。仕組みを直せば、人を増やさずに営業の力を1〜2割広げられる余地がある（見立て・90日で実際に測って確かめます）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皆さんに伺いたいこと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この4つ、皆さんの現場の実感と合っていますか。ズレや「もっと深刻な問題」があれば後ほど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円谷プロダクション｜営業改革構想 部長会共有資料（経営会議に諮る前の相談用・社外秘）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見直しの中身（3分）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やることは3段階——「全部見えるようにする」→「物差しで測る」→「決める」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狙い：限られた営業の時間を、最も価値を生む案件・顧客に振り向け直すこと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第1段階　全部見えるようにする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顧客・案件・提携先・経営陣の面談から生まれた商談の種・取引が途絶えたお客様——の5つを全部リスト化する。あわせて、営業に関わる時間が何に使われているかを記録する（週15分・90日間だけ）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第2段階　物差しで測る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案件を「売上・利益・手間・将来性・ファンとのつながり・海外への広がり・ブランドへの影響」の7つの観点で点数化し、顧客も重要度でランク分けする。売上が小さくても将来性のある案件が埋もれない物差しにする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第3段階　決める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会議を「報告の場」から「決める場」に変える。力を入れる案件・止まっている案件の助け方・やめる案件・経営陣が出ていく案件を、データを見ながらその場で決める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進め方の方針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専任の推進チームを作り、リスト作りなどの実務はそのチームが巻き取る（現場に丸投げしない）／道具は使い慣れたExcelから始め、効果を確かめてから本格的なシステム投資を判断する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皆さんに伺いたいこと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案件を測る7つの観点に、皆さんの領域ならではの「これも見るべき」はありますか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円谷プロダクション｜営業改革構想 部長会共有資料（経営会議に諮る前の相談用・社外秘）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現場への配慮（3分）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皆さんが一番心配な点に、先に答えます——現場の負担と「詰められるのでは」への歯止め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現場が先に楽になる順番で進めます。守られない場合は、直すのは仕組みの側です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負担は最小限：リスト作りの8割は推進チームがやる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請求や契約のデータからチームが下書きを作り、現場にお願いするのは確認と手直しの2〜3時間だけ。時間の記録も週15分・30分単位のざっくりで十分（正確さより続くことを優先）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評価には使わない：経営陣の名前で全社に宣言してから始める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時間の記録の明細を見られるのは本人と推進チームだけ。上司に渡るのはチーム単位の集計のみ。「なぜこの時間の使い方だ」と個人を詰めないことを、管理職側の約束にします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案件を「やめる」言い出し役を、現場にさせない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手間のわりに儲からない案件をやめる・軽くする判断は、データをもとに推進チームが起案し、経営が決めて経営が責任を持つ。お客様への伝え方（誠実な説明・代わりの提案・再開の可能性）も会社として型を用意する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見返りは先に：会議用の資料作りを廃止する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報告資料の作成をやめ、会議は一覧データをそのまま映して行う。さらにAIで提案書の下書き作成や過去の監修指摘の検索を助け、作成時間の半減を目指す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皆さんに伺いたいこと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「これでも現場は身構える」と思う点があれば教えてください——現場に伝える前に直します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円谷プロダクション｜営業改革構想 部長会共有資料（経営会議に諮る前の相談用・社外秘）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スケジュール（3分）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承認されたら、最初の90日で「見えない状態」を終わらせる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30日目「全部見える」→ 60日目「物差しで測れる」→ 90日目「経営がデータを見て決めている」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1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72"/>
                <a:gridCol w="5408226"/>
                <a:gridCol w="4399912"/>
              </a:tblGrid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会社側の主な動き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各部門へのお願い（この範囲だけ）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開始〜30日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推進チーム立ち上げ／全社への説明（各領域15分）／5つのリスト作り／時間の記録開始／関係者への聞き取り（20〜30名）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連携窓口役の人選（各領域1名）／リストの確認・手直し（2〜3時間）／週15分の時間記録の開始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31〜60日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経営陣の検討会で採点基準を確定／全案件の点数づけ／監修・契約にかかる日数の実測／案件一覧画面（簡易版）の稼働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点数づけへの現場知見の提供／日数実測への協力（監修・法務）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61〜90日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月例の案件会議を開始（経営出席・最初の「やめる」判断）／週次会議の資料作り廃止／休眠中のお客様への再アプローチ／AI支援のお試し導入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週次会議の運営変更（主役は部長）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承認された場合、部長の皆さんへのお願いは5つ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① 連携窓口役の人選（各領域1名・週2〜3時間の想定）　② 自領域のリストの確認・手直しのやり切り　③ 週次会議の新しい運営（資料なし・データ投影）　④ 現場メンバー向け説明会への同席（説明資料・想定問答は推進チームが用意済み）　⑤ 監修・法務・経営企画の部長：仕事の流れを見直す検討会への参加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本日この場での引き受けの約束は求めません。「引き受けるとしたら、ここが心配」を先に聞かせてください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皆さんに伺いたいこと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5つのお願いのうち「これは難しい・やり方を変えてほしい」ものはどれですか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円谷プロダクション｜営業改革構想 部長会共有資料（経営会議に諮る前の相談用・社外秘）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意見交換（10分）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2つの問いに絞って伺います——言いそびれた意見は、会議後1週間受け付けます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厳しい指摘ほどありがたい。ここと会議後1週間で出なかった論点は「異論なし」として経営会議に諮ります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1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36"/>
                <a:gridCol w="6555617"/>
                <a:gridCol w="2892184"/>
                <a:gridCol w="1156873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問い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特に伺いたい方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時間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4つの見立て（全体像・物差し・後工程・会議）は、現場の実感と合っているか。ズレや、もっと深刻な問題はあるか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全部長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5分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進め方のどこで詰まりそうか（案件の採点基準／やめる際のルール／時間の記録／会議の資料作り廃止／人選）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全部長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5分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520440"/>
            <a:ext cx="111556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会議のあとも受け付けます（〜1週間）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宛先：新谷まで直接（メール・口頭どちらでも）。特に、監修・契約まわりの実情、案件をやめる際の心配ごと、推進チームの責任者や連携窓口役に向く人の推薦は、個別にじっくり伺いたいテーマです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いただいた意見は「意見 → どう反映したか」の一覧にして、経営会議に諮る前に全部長へお返しします。反映しない意見にも理由を添えます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進行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それでは、問い1（4つの見立てのズレ）からお願いします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円谷プロダクション｜営業改革構想 部長会共有資料（経営会議に諮る前の相談用・社外秘）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今後の進め方（2分）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本日と今後1週間の意見を反映してから、経営会議に諮ります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承認されたら、すぐ動ける準備はできています（現場向けの説明資料や管理用のExcel様式は作成済み）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ここからの流れ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手順1（本日〜1週間）：意見の受付と反映。「意見→どう反映したか」を全部長へ共有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手順2（〜2週間を目安）：経営会議に諮る（承認をお願いする項目は9つ。次のページに一覧）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手順3（承認後すぐ）：開始。全社への説明 → 各領域15分の現場説明会 → リスト作り開始。皆さんへの正式なお願いはこの時点で行います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会議後にお渡しする資料一式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経営会議用の資料（全37枚）／現場メンバー向け説明資料（想定問答11問つき）／管理用のExcel様式（案件リスト・時間記録・会議運営）／進め方の手引き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この見直しは、部長の皆さんが「自分ごと」と思えなければ成功しません。本日の率直な意見に感謝します。——新谷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円谷プロダクション｜営業改革構想 部長会共有資料（経営会議に諮る前の相談用・社外秘）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（参考・時間があれば）経営会議で承認をお願いする9つの項目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9つのうち7つは、追加のお金をほぼかけずに始められます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118310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910"/>
                <a:gridCol w="3058628"/>
                <a:gridCol w="6117257"/>
                <a:gridCol w="1529314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承認をお願いする項目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かかる費用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専任の推進チームの設置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経営側の責任者（新谷）＋専任の責任者1名＋実務メンバー2〜3名＋各領域の連携窓口役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人の配置換え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営業の全量リスト作り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顧客・案件・提携先・経営面談の商談の種・休眠顧客の5つを30日でリスト化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時間の記録の開始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週15分×90日間の期間限定＋「評価に使わない」の経営宣言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案件の点数化と顧客のランク分け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7つの観点の物差しを導入。採点基準は経営陣の検討会で確定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案件を「やめる・軽くする」際のルール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仕分けの基準を定め、判断の責任は経営が持つ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重要な顧客・案件への経営陣の応援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最重要顧客は役員が担当を持つ／経営面談の商談の種は48時間以内に推進チームへ共有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経営陣の時間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監修・契約の仕事の流れの見直し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検討会の設置（営業＋監修＋法務）／かかる日数の実測から着手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ほぼゼロ〜小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AI支援のお試し導入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提案書の下書き作成・過去の監修指摘の検索の2つから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小規模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案件一覧画面（簡易版）の構築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まずExcelなど手元の道具で構築。本格的なシステム投資は6か月目に判断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小規模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円谷プロダクション｜営業改革構想 部長会共有資料（経営会議に諮る前の相談用・社外秘）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