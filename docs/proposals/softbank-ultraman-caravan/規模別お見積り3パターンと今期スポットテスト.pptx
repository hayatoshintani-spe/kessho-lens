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規模別お見積り:3パターン(年間・税別概算)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7/17お打ち合わせを受け、貴社実績同等・現実的・半分の3規模でご提示します(単価は共通:IP使用料2,000万円/着ぐるみ20万円/ロイヤリティ20%)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7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2525"/>
                <a:gridCol w="962297"/>
                <a:gridCol w="2738845"/>
                <a:gridCol w="1406434"/>
                <a:gridCol w="1406434"/>
                <a:gridCol w="1258388"/>
                <a:gridCol w="1406434"/>
              </a:tblGrid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パターン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着ぐるみ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キット・ノベルティ想定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①IP使用料(固定)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②着ぐるみ費用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③ロイヤリティ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年間合計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最大(貴社実績同等)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600開催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キット800式・ノベルティ4,000セット・ツール全店2回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1億2,000万円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約3,570万円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約1.76億円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現実的(実績の75%)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450開催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キット600式・ノベルティ3,000セット・ツール全店2回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9,000万円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約2,750万円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約1.38億円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半分(実績の50%)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300開催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キット400式・ノベルティ2,000セット・ツール全店1回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6,000万円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約1,790万円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約9,800万円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251960"/>
            <a:ext cx="10881360" cy="1325880"/>
          </a:xfrm>
          <a:prstGeom prst="roundRect">
            <a:avLst>
              <a:gd name="adj" fmla="val 6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10332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お打ち合わせを受けた2つのご提案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・年間の最低開催数をお約束いただける場合、着ぐるみ単価を優遇します(例:400開催以上のコミットで17万円/開催)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・ウルトラマンは7・8月も稼働可能です(現行IP様は夏季稼働不可)。夏商戦を含むフル12か月稼働なら最大720開催まで拡張できます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1500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626B"/>
                </a:solidFill>
                <a:latin typeface="Meiryo"/>
                <a:ea typeface="Meiryo"/>
              </a:rPr>
              <a:t>※③はキット単価15.5万円/式・ノベルティ9,900円/セットの現行水準で試算。作成単価は数量により変動するため、ロイヤリティは作成実績(実額)ベースで精算します。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A626B"/>
                </a:solidFill>
                <a:latin typeface="Meiryo"/>
                <a:ea typeface="Meiryo"/>
              </a:rPr>
              <a:t>※ノベルティ・訴求ツールの年間実績数(貴社ご共有予定)を受領後、③を精緻化します。※固定費は①のみ。②③は実施・作成分だけの従量です。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今期スポットテストのご提案(回数ベース・地域自由)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年間のお取り組みとは切り離した単発テストです。着ぐるみを用いる2形式をご用意しました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204"/>
                <a:gridCol w="4624578"/>
                <a:gridCol w="4624578"/>
              </a:tblGrid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形式S1:写真撮影会型(グリーティング)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形式S2:ステージショー型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1回30分×1日最大5回の撮影会・グリーティング。店頭・商業施設の集客と送客を検証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ステージショー(2回/日)+撮影会のセット。大型集客の瞬発力を検証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単位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1開催=土日2日間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1開催=土日2日間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費用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100万円/開催(IP許諾・監修・スーツ・アクター・輸送込み)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150万円/開催(ショー演出・音源・追加スタッフ込み)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貴社側ご負担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会場手配・集客告知・当日運営(誘導スタッフ)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同左+ステージ設営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推奨回数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2〜3開催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1〜2開催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地域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全国対応可(関東に限定しません)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同左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2578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実施条件:</a:t>
            </a: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当社の既存ライセンス条件の調整を経て、実施時期・会場を確定します(調整は当社にて速やかに進めます)。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測定項目:来場数・撮影参加組数・ブース送客数を実測し、年間お見積りの開催数・KPI精緻化に活用します。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※通常イベントキットを用いるテストは、キット製作を伴うため来年度からのご提案とします。※本テスト費用は、年間ご契約成立時の扱い(充当等)を別途ご相談させてください。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