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本格実施の可否／役割分担／10月末締結までの進め方／キャンペーン名称・ビジュアル策定打ち合わせの日程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・制作物は監修済みの規定デザインのみ。他キャラクターとの混在は不可(貴社キャラクター〔おとうさん犬など〕は可。同一盤面でのデザイン混在は応相談)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・ノベルティは貴社製造となるため当社からの納品は原則なし。発生する場合は指定倉庫に一括納品、5営業日前に数量確定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約15営業日、デザイン監修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2027年1月〜2029年3月(2年3ヶ月)。2026年10月末までに締結(1月開始に必要な体制準備と、11月からの制作・申請手続きのため)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貴社EDIで発注。IP使用料は契約時に27ヶ月分(4,500万円)を一括前払い、保証分は四半期前払い(ご相談)。最低保証契約のため、期間一括の発注形態をご相談したい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・会場装飾には集合ビジュアル(調整版)、告知素材にはヒーローの個体素材を当社から提供。ブランドロゴも提供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・貴社担当者1名を事前登録し、品目ごとに申請。約15営業日で可否を回答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素材提供の進め方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キャンペーンビジュアルの方向性を決めてから、使用する素材を選定してお渡しします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299"/>
                <a:gridCol w="6720839"/>
                <a:gridCol w="176022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事前ヒアリング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用途(KV・会場装飾・ノベルティ・告知物)、媒体サイズ、トーン、使いたいヒーロー、必要点数を簡単なシートでお伺い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候補の絞り込み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ヒアリング内容をもとに当社で候補を選定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方向性の決定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キャンペーン名称・KVの策定打ち合わせで、候補を見ながら使用素材を決定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素材のお渡し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決定した素材のみをGoogleドライブで共有(データ量が大きい場合はHDDでのお渡し)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5. 制作・監修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貴社でデザイン制作、当社監修(5営業日)、仮申請・製造へ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ご提供の考え方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・テストではイベント告知用の素材のみお渡ししました。本契約向けのKV・ノベルティ用素材はこれからのご提供です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・素材は使用する分のみお渡しします(用途ごとに選定することで、監修の手戻りを減らします)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・撮影会の背景バナーはキャラクターなしの背景素材、会場装飾・告知物は集合ビジュアル・個体素材・ロゴ。クレジットは「©円谷プロ」左下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契約書ドラフトの提示、契約手続き、取りまとめ窓口の設置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キャンペーン名称・KVの策定打ち合わせ、ノベルティ品目の仮申請(回答に約15営業日)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本格実施の可否／役割分担(運営体制・取りまとめ窓口)／10月末締結までの進め方／KV策定打ち合わせの日程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