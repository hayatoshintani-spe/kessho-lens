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nd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863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"/>
            <a:ext cx="102412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FFFFFF"/>
                </a:solidFill>
                <a:latin typeface="Meiryo"/>
                <a:ea typeface="Meiryo"/>
              </a:rPr>
              <a:t>ご参考:2つのご契約プラン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96112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5A626B"/>
                </a:solidFill>
                <a:latin typeface="Meiryo"/>
                <a:ea typeface="Meiryo"/>
              </a:rPr>
              <a:t>単価の柔軟性と、お取り組み規模のご保証はトレードオフの関係です。ご運用に合う形をお選びください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463040"/>
          <a:ext cx="10881359" cy="3328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6780"/>
                <a:gridCol w="3482035"/>
                <a:gridCol w="4352544"/>
              </a:tblGrid>
              <a:tr h="47548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項目</a:t>
                      </a:r>
                    </a:p>
                  </a:txBody>
                  <a:tcPr anchor="ctr" marL="73152" marR="73152">
                    <a:solidFill>
                      <a:srgbClr val="2322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プランA:フリープラン</a:t>
                      </a:r>
                    </a:p>
                  </a:txBody>
                  <a:tcPr anchor="ctr" marL="73152" marR="73152">
                    <a:solidFill>
                      <a:srgbClr val="2322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  <a:ea typeface="Meiryo"/>
                        </a:rPr>
                        <a:t>プランB:年間コミットプラン</a:t>
                      </a:r>
                    </a:p>
                  </a:txBody>
                  <a:tcPr anchor="ctr" marL="73152" marR="73152">
                    <a:solidFill>
                      <a:srgbClr val="C0000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年間IP使用料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2,000万円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1,650万円(貴社ご希望水準)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着ぐるみイベント(土日2日)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20万円/開催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15万円/開催(交通・宿泊実費別途)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作成許諾ロイヤリティ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作成費用の20%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作成費用の10%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開催コミット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なし(完全従量)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年間400開催の最低お取り組み保証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ロイヤリティ保証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なし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年間1,000万円(実績が上回る場合は実績払い)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契約期間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単年(FY27)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Meiryo"/>
                          <a:ea typeface="Meiryo"/>
                        </a:rPr>
                        <a:t>2年(FY27〜FY28)</a:t>
                      </a:r>
                    </a:p>
                  </a:txBody>
                  <a:tcPr anchor="ctr" marL="73152" marR="73152"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" y="4983480"/>
            <a:ext cx="10881360" cy="960120"/>
          </a:xfrm>
          <a:prstGeom prst="roundRect">
            <a:avLst>
              <a:gd name="adj" fmla="val 7000"/>
            </a:avLst>
          </a:prstGeom>
          <a:solidFill>
            <a:srgbClr val="FBEA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A1A1A"/>
                </a:solidFill>
                <a:latin typeface="Meiryo"/>
                <a:ea typeface="Meiryo"/>
              </a:rPr>
              <a:t>プランBの単価優遇は、</a:t>
            </a:r>
            <a:r>
              <a:rPr sz="1250" b="1">
                <a:solidFill>
                  <a:srgbClr val="C00000"/>
                </a:solidFill>
                <a:latin typeface="Meiryo"/>
                <a:ea typeface="Meiryo"/>
              </a:rPr>
              <a:t>全国600開催に対応する専属アクター・スーツ供給体制への先行投資が前提</a:t>
            </a:r>
            <a:r>
              <a:rPr sz="1250" b="0">
                <a:solidFill>
                  <a:srgbClr val="1A1A1A"/>
                </a:solidFill>
                <a:latin typeface="Meiryo"/>
                <a:ea typeface="Meiryo"/>
              </a:rPr>
              <a:t>となるため、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A1A1A"/>
                </a:solidFill>
                <a:latin typeface="Meiryo"/>
                <a:ea typeface="Meiryo"/>
              </a:rPr>
              <a:t>最低お取り組み規模のご保証(貴社ご計画600開催の3分の2)と複数年でのご契約をお願いするものです。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A626B"/>
                </a:solidFill>
                <a:latin typeface="Meiryo"/>
                <a:ea typeface="Meiryo"/>
              </a:rPr>
              <a:t>※金額はすべて税別・概算です。中間的な設計(単価・コミット規模の組み合わせ)もご相談可能です。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27448" y="6547104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8E949B"/>
                </a:solidFill>
                <a:latin typeface="Meiryo"/>
                <a:ea typeface="Meiryo"/>
              </a:rPr>
              <a:t>© TSUBURAYA PRODUCTIONS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72600" y="649224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C00000"/>
                </a:solidFill>
                <a:latin typeface="Meiryo"/>
                <a:ea typeface="Meiryo"/>
              </a:rPr>
              <a:t>Strictly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