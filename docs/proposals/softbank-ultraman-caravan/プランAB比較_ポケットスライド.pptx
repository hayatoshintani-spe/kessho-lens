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ご参考:2つのご契約プラン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単価の柔軟性と、お取り組み規模のご保証はトレードオフの関係です。ご運用に合う形をお選びください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3482035"/>
                <a:gridCol w="435254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プランA:フリープラン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プランB:年間コミットプラン</a:t>
                      </a:r>
                    </a:p>
                  </a:txBody>
                  <a:tcPr anchor="ctr" marL="73152" marR="73152">
                    <a:solidFill>
                      <a:srgbClr val="C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1,650万円(貴社ご希望水準)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着ぐるみイベント(土日2日)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20万円/開催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15万円/開催(交通・宿泊実費別途)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作成費用の10%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開催コミット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年間400開催の最低お取り組み保証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作成物の最低数量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なし(完全従量)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キット600式・ノベルティ1.4万セット/年(不足分は精算)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単年(FY27)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2年(FY27〜FY28)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7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プランBの単価優遇は、</a:t>
            </a: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全国600開催に対応する専属アクター・スーツ供給体制への先行投資が前提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となるため、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最低お取り組み規模のご保証(貴社ご計画600開催の3分の2)と複数年でのご契約をお願いするものです。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※金額はすべて税別・概算です。中間的な設計(単価・コミット規模の組み合わせ)もご相談可能です。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