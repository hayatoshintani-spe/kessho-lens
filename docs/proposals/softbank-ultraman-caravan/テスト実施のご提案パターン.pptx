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テスト実施のご提案パターン(確認ポイント1へのご回答)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既存ライセンス条件を踏まえ、2026年度内から段階的に検証を始められる3つのパターンをご用意しました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7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032"/>
                <a:gridCol w="3075166"/>
                <a:gridCol w="3429993"/>
                <a:gridCol w="3075166"/>
              </a:tblGrid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パターン1:先行開発テスト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パターン2:イベント協賛型テスト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パターン3:期首パイロット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2026年9月〜(即時開始可)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2026年秋〜冬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2027年4月〜6月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キット・訴求ツールのデザイン開発と監修、お客様調査、デジタル施策(QR等)の仕組み検証 ※IP実働なし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当社主催(または商業施設主催)の60周年イベントに貴社がご協賛・ブース出展。着ぐるみは当社イベントとして稼働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首都圏5〜10店舗・着ぐるみ10〜20開催の単体テスト(全国展開と同一の運用形式)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ご契約形態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秘密保持契約+監修合意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イベント協賛契約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短期単体契約(3か月)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費用目安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原則無償(制作実費のみ)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ご協賛金 300〜500万円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短期IP使用料300万円+着ぐるみ20万円/開催+作成物ロイヤリティ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検証できること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クリエイティブ品質・監修フロー・運用設計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集客力・ブース送客・相談転換の実地データ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全国展開前の店頭オペレーション・KPI実測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Meiryo"/>
                <a:ea typeface="Meiryo"/>
              </a:rPr>
              <a:t>※パターン3の短期IP使用料は、年間ご契約へ移行された場合、初年度IP使用料に全額充当します。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※2026年度内の貴社主催・貴社店頭でのイベント実施は、既存ライセンス条件の調整が必要なため個別協議となります。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推奨ロードマップ:2026年度内に手応えを作り、2027年4月に全国へ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パターン1→2→3を段階的に重ね、リスクなく検証を積み上げて年間契約へ接続します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2026年8月  </a:t>
            </a: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条件協議・テスト計画の合意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194560"/>
            <a:ext cx="201168" cy="128016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340864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2026年9月〜  </a:t>
            </a: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パターン1:デザイン開発・監修・仕組み検証を開始(無償)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980944"/>
            <a:ext cx="201168" cy="128016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127248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2026年11月〜2027年1月  </a:t>
            </a: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パターン2:協賛型イベントで集客・送客データを実地検証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767328"/>
            <a:ext cx="201168" cy="128016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13632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2027年2月〜3月  </a:t>
            </a:r>
            <a:r>
              <a:rPr sz="1300" b="0">
                <a:solidFill>
                  <a:srgbClr val="1A1A1A"/>
                </a:solidFill>
                <a:latin typeface="Meiryo"/>
                <a:ea typeface="Meiryo"/>
              </a:rPr>
              <a:t>検証結果の評価 → 年間契約の締結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4553712"/>
            <a:ext cx="201168" cy="128016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700016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232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2027年4月〜  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年間契約開始。期首3か月はパターン3(パイロット)として重点運用 → 7月から全国拡大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ポイント:</a:t>
            </a: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2026年度は「作る・確かめる」に集中し、実働は2027年4月から空白なくスタート。パターン2の協賛実績が年間契約の社内稟議の裏付けになります。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