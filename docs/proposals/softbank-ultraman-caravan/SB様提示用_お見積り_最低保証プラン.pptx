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2027年1月〜2029年3月(2年3ヶ月)・基準15ライン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お見積り総括:27ヶ月 合計 3.98億円(税別)+従量精算分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固定分(最低開催数保証と年間IP使用料)と、従量分(増枠・諸経費・許諾料・実費)に分けて記載しています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235日 = 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3.52億円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2,000万円/年×27ヶ月分。契約時に一括前払い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増枠現場数(最大+470現場)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+4,700万円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7,050万円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3645"/>
                <a:gridCol w="1020127"/>
                <a:gridCol w="1360170"/>
                <a:gridCol w="1586864"/>
                <a:gridCol w="1586864"/>
                <a:gridCol w="1473517"/>
                <a:gridCol w="136017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(27ヶ月分を契約時一括)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2028年4月〜2029年3月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1,575現場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15,750万円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合計(27ヶ月)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35,250万円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7,050万円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・各期の最低保証額は期初(第1期は契約時)に確定。四半期ごとの前払い(お支払い条件はご相談)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・期末に実績を集計。余裕月の増枠分は追加精算、最低保証を下回った場合も保証額をお支払いいただく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・第1期(2027年1〜3月)は立ち上げ期として、会場の確定状況にかかわらず15ライン体制を貴社専属で確保する定額期間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・IP使用料は27ヶ月分(4,500万円)を契約時に一括前払い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貴社制作のイベントキット・ノベルティ・店頭訴求ツールが対象。製造数量をもとに契約年度ごとに最低保証を設定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契約年度ごとに想定製造数量に基づく最低保証額を設定(第1期+第2期で1年3ヶ月分、第3期で1年分)。実績が上回る場合は差額を精算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1,755開催(27ヶ月・基準)= 約70万個。作成単価は品目構成により確定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平均作成単価30円台の構成なら27ヶ月で約450〜500万円、高単価品(タオル・トート等)中心の構成なら数千万円規模。貴社の数量・品目確定後に確定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2027年1月〜2029年3月。2026年10月末までのご締結を前提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貴社EDI発注・翌月末振込。IP使用料は契約時に27ヶ月分を一括前払い、最低保証分は四半期前払い(ご相談)。期間一括の発注形態をご相談。すべて税別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