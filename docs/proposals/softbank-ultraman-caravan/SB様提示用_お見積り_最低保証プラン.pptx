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2027年1月〜2029年3月(2年3ヶ月)・基準15ライン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お見積り総括:27ヶ月 合計 3.98億円(税別)+従量精算分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最低開催数保証(基準15ライン分)と年間IP使用料を固定分、増枠・諸経費・許諾料・実費を従量分として整理しています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235日 = 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3.52億円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2,000万円/年(2029年1〜3月は3ヶ月分)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増枠現場数(最大+470現場)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+4,700万円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7,050万円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701"/>
                <a:gridCol w="1041832"/>
                <a:gridCol w="1389109"/>
                <a:gridCol w="1620628"/>
                <a:gridCol w="1273350"/>
                <a:gridCol w="1504868"/>
                <a:gridCol w="1504868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2028年4月〜2029年3月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1,575現場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合計(27ヶ月)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35,250万円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7,050万円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・各期の最低保証額は期初(第1期は契約締結時)に確定し、四半期ごとの前払いでお支払いいただきます(お支払い条件はご相談)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・期末に実績を集計し、最低保証現場数を上回った増枠分(余裕月の最大20ライン運用分)は追加で精算、下回った場合も最低保証額をお支払いいただきます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・第1期(2027年1〜3月)は立ち上げ期のため、会場確定状況にかかわらず15ライン体制を貴社専属で確保する定額期間として運用します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・年間IP使用料は契約年度ごとの前払い(第1期は3ヶ月分)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貴社制作のイベントキット・ノベルティ・店頭訴求ツールについて、製造数量ベースで契約年度ごとに最低保証を設定します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契約年度ごとに想定製造数量に基づく最低保証額を設定(第1期+第2期で1年3ヶ月分、第3期で1年分)。実績が上回る場合は差額を精算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1,755開催(27ヶ月・基準)= 約70万個。作成単価は品目構成により確定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平均作成単価30円台の構成なら27ヶ月で約450〜500万円、高単価品(タオル・トート等)中心の構成なら数千万円規模。貴社の数量・品目確定後に確定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2027年1月〜2029年3月。2026年11月末までのご締結を前提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北関東エリアは2027年1〜3月は実施不可。ウルトラセブンは対象外。出演は8ヒーロー(権利調整により一部変動の場合あり)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貴社EDI発注・翌月末振込。最低保証契約のため期間一括の発注形態をご相談。すべて税別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