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54864"/>
            <a:ext cx="103327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SoftBank × ウルトラマン 未来防衛隊キャラバン|エグゼクティブサマリー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65992" cy="566928"/>
          </a:xfrm>
          <a:prstGeom prst="rect">
            <a:avLst/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結論:</a:t>
            </a:r>
            <a:r>
              <a:rPr sz="1300" b="1">
                <a:solidFill>
                  <a:srgbClr val="1A1A1A"/>
                </a:solidFill>
                <a:latin typeface="Meiryo"/>
                <a:ea typeface="Meiryo"/>
              </a:rPr>
              <a:t>ウルトラマンを商業施設集客の核とし、親子・ファミリーをSoftBankショップ・BB・でんき相談へ送客。推奨はFY27年間1.5億円(B案)。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5532120" cy="1627632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91640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課題(FY27以降)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84248"/>
            <a:ext cx="520293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・現行キャラクターIPは、FY27以降イベントでの着ぐるみ活用が終了予定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・商業施設イベントの「会いに行く理由」=リアル集客機能に空白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・週末ファミリー集客の目的来館装置が必要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00200"/>
            <a:ext cx="5532120" cy="1627632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691640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解決(ウルトラマン60周年)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1984248"/>
            <a:ext cx="520293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・ヒーロー撮影会・ステージ・館内ミッションラリー・デジタル隊員証を1パッケージ化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・現行IPの置き換えではなく「リアルイベント集客機能」を補完(他IPと併用可)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・自社アクター体制で年160回規模の稼働を安定供給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337560"/>
            <a:ext cx="5532120" cy="173736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429000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SoftBank様への効果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721608"/>
            <a:ext cx="52029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eiryo"/>
                <a:ea typeface="Meiryo"/>
              </a:rPr>
              <a:t>・最終KGI:新規契約(モバイル・BB・でんき)の獲得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・店舗送客3,000〜8,000人/相談1,000〜3,000件(B案・年間)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・デジタル隊員証で送客・属性を施設別に実測、月次レポート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・ファミリー集客企画は商業施設の場所代交渉の材料に(全国で年間数億円規模のコスト構造に波及)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337560"/>
            <a:ext cx="5532120" cy="173736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3429000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プランと金額(税別・概算)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721608"/>
            <a:ext cx="52029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・A案 3,500万円:FY27期首(2027年4月〜)3〜4か月の小規模検証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eiryo"/>
                <a:ea typeface="Meiryo"/>
              </a:rPr>
              <a:t>・B案 1億5,000万円:FY27年間・首都圏10〜20施設 </a:t>
            </a:r>
            <a:r>
              <a:rPr sz="1100" b="1">
                <a:solidFill>
                  <a:srgbClr val="C00000"/>
                </a:solidFill>
                <a:latin typeface="Meiryo"/>
                <a:ea typeface="Meiryo"/>
              </a:rPr>
              <a:t>【推奨】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eiryo"/>
                <a:ea typeface="Meiryo"/>
              </a:rPr>
              <a:t>・C案 2億5,000万円:全国大型展開(B案実施後の拡張)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・年間IP使用料+ヒーロー稼働+イベント運営+制作+計測まで含む実行費一式の総額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30368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C00000"/>
                </a:solidFill>
                <a:latin typeface="Meiryo"/>
                <a:ea typeface="Meiryo"/>
              </a:rPr>
              <a:t>スケジュール:</a:t>
            </a: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FY26下期=施設選定・制作準備(実働なし)→ 2027年4月 FY27契約開始・実働(期首に検証→7月以降拡大)→ 2028年4月〜 複数年・全国展開を協議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C00000"/>
                </a:solidFill>
                <a:latin typeface="Meiryo"/>
                <a:ea typeface="Meiryo"/>
              </a:rPr>
              <a:t>次アクション:</a:t>
            </a: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方向性ご合意のうえ、条件打診・概算精査(2026年9〜10月)、施設選定・設計(11月〜)に着手。60周年イヤーの稼働枠確保のため、8月末までの内示を推奨。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4710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2026年7月|(株)円谷プロダクション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