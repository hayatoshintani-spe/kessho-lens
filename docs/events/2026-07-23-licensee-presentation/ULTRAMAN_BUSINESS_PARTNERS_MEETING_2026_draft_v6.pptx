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61" d="100"/>
          <a:sy n="61" d="100"/>
        </p:scale>
        <p:origin x="3912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「作った商品はどこで売れるのか」。この不安にお応えするのがULTRA MARTです。売る場所であり、見せる場所であり、話題化する場所。皆さまの商品の出口を、円谷側でも用意していきます。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企画したいが、素材はあるのか」。あります。しかも、ただ渡すのではなく、カテゴリー別・ターゲット別に商品化しやすい形に整備していきます。キッズ、大人、女性、怪獣、映画連動、流通、広告。貴社の企画に合うガイドを用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1_01_bg-keyvisual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pic>
        <p:nvPicPr>
          <p:cNvPr id="13" name="Picture 12" descr="s03_01_arrive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14" name="Picture 13" descr="s03_02_shoot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15" name="Picture 14" descr="s03_03_pickup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16" name="Picture 15" descr="s03_04_share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611880"/>
            <a:ext cx="2145792" cy="2011680"/>
          </a:xfrm>
          <a:prstGeom prst="rect">
            <a:avLst/>
          </a:prstGeom>
        </p:spPr>
      </p:pic>
      <p:pic>
        <p:nvPicPr>
          <p:cNvPr id="17" name="Picture 16" descr="s03_05_greeting_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3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pic>
        <p:nvPicPr>
          <p:cNvPr id="14" name="Picture 13" descr="s04_01_ulsama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15" name="Picture 14" descr="s04_02_heroshow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16" name="Picture 15" descr="s04_03_products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17" name="Picture 16" descr="s04_04_collab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pic>
        <p:nvPicPr>
          <p:cNvPr id="18" name="Picture 17" descr="s04_05_ultramart_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  <p:pic>
        <p:nvPicPr>
          <p:cNvPr id="19" name="Picture 18" descr="s04_06_retail_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5485" y="3886200"/>
            <a:ext cx="1296785" cy="1783080"/>
          </a:xfrm>
          <a:prstGeom prst="rect">
            <a:avLst/>
          </a:prstGeom>
        </p:spPr>
      </p:pic>
      <p:pic>
        <p:nvPicPr>
          <p:cNvPr id="20" name="Picture 19" descr="s04_07_ad_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21" name="Picture 20" descr="s04_08_global_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91440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sz="1050" b="0" lang="ja-JP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pic>
        <p:nvPicPr>
          <p:cNvPr id="16" name="Picture 15" descr="s07_01_apparel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07_02_acsta-card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07_03_premium-figure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19" name="Picture 18" descr="s07_04_shelf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pic>
        <p:nvPicPr>
          <p:cNvPr id="18" name="Picture 17" descr="s08_01_package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9" name="Picture 18" descr="s08_02_bonus-card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0" name="Picture 19" descr="s08_03_ticket-campaign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21" name="Picture 20" descr="s08_04_parent-child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pic>
        <p:nvPicPr>
          <p:cNvPr id="16" name="Picture 15" descr="s09_01_shelf-ec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09_02_popup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09_03_stamp-rally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pic>
        <p:nvPicPr>
          <p:cNvPr id="16" name="Picture 15" descr="s10_01_station-ad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10_02_sn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10_03_greeting-crowd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pic>
        <p:nvPicPr>
          <p:cNvPr id="16" name="Picture 15" descr="s11_01_game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11_02_gacha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11_03_youtube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19" name="Picture 18" descr="s11_04_livestream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pic>
        <p:nvPicPr>
          <p:cNvPr id="16" name="Picture 15" descr="s12_01_heroshow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17" name="Picture 16" descr="s12_02_greeting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18" name="Picture 17" descr="s12_03_stamprally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19" name="Picture 18" descr="s12_04_mall-event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13_01_cute-collab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8" name="Picture 7" descr="s13_02_hobby-collab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9" name="Picture 8" descr="s13_03_character-collab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10" name="Picture 9" descr="s13_04_hero-collab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11" name="Picture 10" descr="s13_05_collab-shelf_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14|ULTRA 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MART|売場の出口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ULTRA MARTの、3つの役割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売る場所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商品の販売拠点・EC連動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見せる場所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限定コーナー・POPUP展開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話題化する場所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映画・イベント連動の情報発信</a:t>
            </a:r>
          </a:p>
        </p:txBody>
      </p:sp>
      <p:pic>
        <p:nvPicPr>
          <p:cNvPr id="9" name="Picture 8" descr="s14_01_storefron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69080"/>
            <a:ext cx="2715079" cy="1600200"/>
          </a:xfrm>
          <a:prstGeom prst="rect">
            <a:avLst/>
          </a:prstGeom>
        </p:spPr>
      </p:pic>
      <p:pic>
        <p:nvPicPr>
          <p:cNvPr id="10" name="Picture 9" descr="s14_02_interior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155" y="4069080"/>
            <a:ext cx="2715079" cy="1600200"/>
          </a:xfrm>
          <a:prstGeom prst="rect">
            <a:avLst/>
          </a:prstGeom>
        </p:spPr>
      </p:pic>
      <p:pic>
        <p:nvPicPr>
          <p:cNvPr id="11" name="Picture 10" descr="s14_03_limited-corner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390" y="4069080"/>
            <a:ext cx="2715079" cy="1600200"/>
          </a:xfrm>
          <a:prstGeom prst="rect">
            <a:avLst/>
          </a:prstGeom>
        </p:spPr>
      </p:pic>
      <p:pic>
        <p:nvPicPr>
          <p:cNvPr id="12" name="Picture 11" descr="s14_04_popup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625" y="4069080"/>
            <a:ext cx="2715079" cy="1600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商品を、ファンと出会う場所へ。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カテゴリー別・ターゲット別に、「使える形」で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キッズ向け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女性・ライト層向け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怪獣・ヴィラン向け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映画連動向け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流通販促向け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8056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広告キャンペーン向け</a:t>
            </a:r>
          </a:p>
        </p:txBody>
      </p:sp>
      <p:pic>
        <p:nvPicPr>
          <p:cNvPr id="13" name="Picture 12" descr="s15_01_guide-logo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3627371" cy="1645920"/>
          </a:xfrm>
          <a:prstGeom prst="rect">
            <a:avLst/>
          </a:prstGeom>
        </p:spPr>
      </p:pic>
      <p:pic>
        <p:nvPicPr>
          <p:cNvPr id="14" name="Picture 13" descr="s15_02_guide-okng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595" y="4023360"/>
            <a:ext cx="3627371" cy="1645920"/>
          </a:xfrm>
          <a:prstGeom prst="rect">
            <a:avLst/>
          </a:prstGeom>
        </p:spPr>
      </p:pic>
      <p:pic>
        <p:nvPicPr>
          <p:cNvPr id="15" name="Picture 14" descr="s15_03_guide-products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270" y="4023360"/>
            <a:ext cx="3627371" cy="1645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素材を渡すだけでなく、商品化しやすい形にする。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352544"/>
            <a:ext cx="107807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📷 フロー補足素材</a:t>
            </a:r>
          </a:p>
          <a:p>
            <a:pPr>
              <a:lnSpc>
                <a:spcPct val="135000"/>
              </a:lnSpc>
            </a:pPr>
            <a:r>
              <a:rPr sz="9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5ステップのフロー図/提出物チェックリスト/開示区分表/監修期間目安/商品化スケジュール例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pic>
        <p:nvPicPr>
          <p:cNvPr id="6" name="Picture 5" descr="s17_01_qr-dummy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03120"/>
            <a:ext cx="3200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pic>
        <p:nvPicPr>
          <p:cNvPr id="6" name="Picture 5" descr="s18_01_content-panorama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11183112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spcAft>
                <a:spcPts val="300"/>
              </a:spcAft>
            </a:pPr>
            <a:r>
              <a:rPr sz="15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pic>
        <p:nvPicPr>
          <p:cNvPr id="9" name="Picture 8" descr="s19_01_tv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26280"/>
            <a:ext cx="3628571" cy="1143000"/>
          </a:xfrm>
          <a:prstGeom prst="rect">
            <a:avLst/>
          </a:prstGeom>
        </p:spPr>
      </p:pic>
      <p:pic>
        <p:nvPicPr>
          <p:cNvPr id="10" name="Picture 9" descr="s19_02_movie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795" y="4526280"/>
            <a:ext cx="3628571" cy="1143000"/>
          </a:xfrm>
          <a:prstGeom prst="rect">
            <a:avLst/>
          </a:prstGeom>
        </p:spPr>
      </p:pic>
      <p:pic>
        <p:nvPicPr>
          <p:cNvPr id="11" name="Picture 10" descr="s19_03_streaming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2670" y="4526280"/>
            <a:ext cx="3628571" cy="1143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92608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 lang="ja-JP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 lang="ja-JP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次のウルトラマン市場を、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皆さまと一緒につくりたい。</a:t>
            </a:r>
          </a:p>
        </p:txBody>
      </p:sp>
      <p:pic>
        <p:nvPicPr>
          <p:cNvPr id="6" name="Picture 5" descr="s17_01_qr-dummy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301752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pic>
        <p:nvPicPr>
          <p:cNvPr id="10" name="Picture 9" descr="s21_01_closing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メイリオ</vt:lpstr>
      <vt:lpstr>游ゴシック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穴井 葉子</cp:lastModifiedBy>
  <cp:revision>1</cp:revision>
  <dcterms:created xsi:type="dcterms:W3CDTF">2026-06-29T08:42:52Z</dcterms:created>
  <dcterms:modified xsi:type="dcterms:W3CDTF">2026-06-30T01:42:51Z</dcterms:modified>
</cp:coreProperties>
</file>