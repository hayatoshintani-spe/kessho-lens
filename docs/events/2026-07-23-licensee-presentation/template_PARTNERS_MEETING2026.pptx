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61" d="100"/>
          <a:sy n="61" d="100"/>
        </p:scale>
        <p:origin x="3912" y="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4DC3EC-684C-1503-E44E-0A2C7BC57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F2CDCC80-479D-82E8-C206-63737F9D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080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BD158CA-0868-AF25-B6DF-4AFFAC58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DF01F89-536A-1993-76C8-F12234FA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90909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メイリオ</vt:lpstr>
      <vt:lpstr>游ゴシック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穴井 葉子</cp:lastModifiedBy>
  <cp:revision>1</cp:revision>
  <dcterms:created xsi:type="dcterms:W3CDTF">2026-06-29T08:42:52Z</dcterms:created>
  <dcterms:modified xsi:type="dcterms:W3CDTF">2026-06-30T01:42:51Z</dcterms:modified>
</cp:coreProperties>
</file>