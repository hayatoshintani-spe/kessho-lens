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「作った商品はどこで売れるのか」。この不安にお応えするのがULTRA MARTです。売る場所であり、見せる場所であり、話題化する場所。皆さまの商品の出口を、円谷側でも用意していきます。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企画したいが、素材はあるのか」。あります。しかも、ただ渡すのではなく、カテゴリー別・ターゲット別に商品化しやすい形に整備していきます。キッズ、大人、女性、怪獣、映画連動、流通、広告。貴社の企画に合うガイドを用意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143000"/>
            <a:ext cx="2926080" cy="42062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キービジュアル</a:t>
            </a:r>
          </a:p>
          <a:p>
            <a:pPr algn="ctr"/>
            <a:r>
              <a:rPr sz="10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ヒーロー集合/写真差し替え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5844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396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500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ウルサマ客席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09433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5946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22459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8972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5485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1998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48511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7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lang="ja-JP" sz="105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アパレルライン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アクスタ・カード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プレミアムフィギュア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売場イメージ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限定パッケージ+コラボメニュー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親子購入シーン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映画公開記念棚+EC特集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POPUP売場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交通広告 駅貼りB0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グリーティング集客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ヒーローショー+観客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103120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918204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918204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2636" y="4572000"/>
            <a:ext cx="1097280" cy="1097280"/>
          </a:xfrm>
          <a:prstGeom prst="roundRect">
            <a:avLst>
              <a:gd name="adj" fmla="val 96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かわいい文脈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4236" y="4572000"/>
            <a:ext cx="1097280" cy="1097280"/>
          </a:xfrm>
          <a:prstGeom prst="roundRect">
            <a:avLst>
              <a:gd name="adj" fmla="val 96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ホビー文脈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45836" y="4572000"/>
            <a:ext cx="1097280" cy="1097280"/>
          </a:xfrm>
          <a:prstGeom prst="roundRect">
            <a:avLst>
              <a:gd name="adj" fmla="val 96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キャラクター文脈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7436" y="4572000"/>
            <a:ext cx="1097280" cy="1097280"/>
          </a:xfrm>
          <a:prstGeom prst="roundRect">
            <a:avLst>
              <a:gd name="adj" fmla="val 96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ヒーロー文脈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9036" y="4572000"/>
            <a:ext cx="1097280" cy="1097280"/>
          </a:xfrm>
          <a:prstGeom prst="roundRect">
            <a:avLst>
              <a:gd name="adj" fmla="val 96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8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コラボ棚</a:t>
            </a:r>
          </a:p>
          <a:p>
            <a:pPr algn="ctr"/>
            <a:r>
              <a:rPr sz="7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14|ULTRA 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MART|売場の出口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ULTRA MARTの、3つの役割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売る場所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商品の販売拠点・EC連動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見せる場所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限定コーナー・POPUP展開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話題化する場所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映画・イベント連動の情報発信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商品を、ファンと出会う場所へ。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2715079" cy="16002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マート外観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3155" y="4069080"/>
            <a:ext cx="2715079" cy="16002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店内の賑わい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3390" y="4069080"/>
            <a:ext cx="2715079" cy="16002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限定コーナー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3625" y="4069080"/>
            <a:ext cx="2715079" cy="16002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15|STYLE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カテゴリー別・ターゲット別に、「使える形」で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キッズ向け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女性・ライト層向け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怪獣・ヴィラン向け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映画連動向け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5488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流通販促向け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8056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広告キャンペーン向け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素材を渡すだけでなく、商品化しやすい形にする。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23360"/>
            <a:ext cx="3627371" cy="16459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ロゴ使用例+カラーパレット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6595" y="4023360"/>
            <a:ext cx="3627371" cy="16459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キャラ配置例+OK/NG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0270" y="4023360"/>
            <a:ext cx="3627371" cy="16459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商品展開例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sz="7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sz="7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sz="7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sz="7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sz="7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sz="11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継続接点/開示可能ビジュアル差し替え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sz="11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sz="11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コアファン接点/開示可能ビジュアル差し替え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9982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</a:t>
            </a:r>
          </a:p>
          <a:p>
            <a:pPr algn="ctr"/>
            <a:r>
              <a:rPr sz="11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熱量づくり/開示可能ビジュアル差し替え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67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11880"/>
            <a:ext cx="7589520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クロージングビジュアル(ヒーロー集合)</a:t>
            </a:r>
          </a:p>
          <a:p>
            <a:pPr algn="ctr"/>
            <a:r>
              <a:rPr sz="900" b="0" lang="ja-JP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1945</Words>
  <Application>Microsoft Office PowerPoint</Application>
  <PresentationFormat>ワイド画面</PresentationFormat>
  <Paragraphs>293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2026-07-10T00:49:18Z</dcterms:modified>
</cp:coreProperties>
</file>