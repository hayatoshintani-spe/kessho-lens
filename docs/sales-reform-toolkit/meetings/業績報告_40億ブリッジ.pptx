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683763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点検会議 2026-09-11｜業績の報告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営業利益40億への道筋 — ベース25億＋アップサイド15億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対外は40億がミニマム。社内はアップサイド＋20億（7・6・7）で運営し、各部の凸凹を吸収します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634739"/>
            <a:ext cx="1600200" cy="2125980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332384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25億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6056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ベース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209544"/>
            <a:ext cx="1600200" cy="425196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89864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＋5億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8498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ライセンス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634739"/>
            <a:ext cx="914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2784348"/>
            <a:ext cx="1600200" cy="425196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4734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＋5億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85978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209544"/>
            <a:ext cx="914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2359152"/>
            <a:ext cx="1600200" cy="425196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0482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＋5億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43459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中国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784348"/>
            <a:ext cx="914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7440" y="3634739"/>
            <a:ext cx="548640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209544"/>
            <a:ext cx="5486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2784348"/>
            <a:ext cx="548640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2359152"/>
            <a:ext cx="822960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46920" y="2359152"/>
            <a:ext cx="1600200" cy="3401568"/>
          </a:xfrm>
          <a:prstGeom prst="roundRect">
            <a:avLst>
              <a:gd name="adj" fmla="val 6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0482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40億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3922775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今期目標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1933956"/>
            <a:ext cx="10469880" cy="15240"/>
          </a:xfrm>
          <a:prstGeom prst="rect">
            <a:avLst/>
          </a:prstGeom>
          <a:solidFill>
            <a:srgbClr val="4F7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16596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4F7DEE"/>
                </a:solidFill>
                <a:latin typeface="Yu Gothic"/>
                <a:ea typeface="Yu Gothic"/>
                <a:cs typeface="Yu Gothic"/>
              </a:rPr>
              <a:t>社内ミニマム 45億（＋20億）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587044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社内目標＋7億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大型広告の継続化・上位22社深耕・トップ外交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587044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社内目標＋6億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カード9弾(8/17確定)・UM/EC・横展開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87044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E40AF"/>
                </a:solidFill>
                <a:latin typeface="Yu Gothic"/>
                <a:ea typeface="Yu Gothic"/>
                <a:cs typeface="Yu Gothic"/>
              </a:rPr>
              <a:t>社内目標＋7億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MG改定・Blokees・越境EC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400800"/>
            <a:ext cx="11183112" cy="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221284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各＋5億は「利益の積み上げ＋コスト削減」の合成で達成してよい（例：利益3億＋コスト削減2億）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2683763" cy="27432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点検会議 2026-09-11｜業績の報告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アップサイド15億の中身 — 確度別パイプライン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5024"/>
            <a:ext cx="11183112" cy="1143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黒（確定）・青（根拠あり）・赤（構想）で管理し、毎月この場で「赤が青に変わったか」を確認します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ライセンス ＋5億（社内7億）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1858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39115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大型広告の新規・継続（4-7月実績で新規4社94百万の実勢）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2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0205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67462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上位22社（売上の3分の2）のアップセル・四半期戦略MTG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62656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8551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5808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トップ外交による大型案件（本日ターゲットをご相談）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商品 ＋5億（社内6億）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95344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1B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1820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890772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カード9弾受注確定分（8/17確定・単弾で営業利益＋0.3億水準）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78807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0166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174235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ウルトラマート（日販100万円ライン）・EC受注前年比2倍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62271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85131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457699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mofusand型の60周年横展開・フワヌイ追加発注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19472"/>
            <a:ext cx="11183112" cy="13716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2920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中国 ＋5億（社内7億）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394959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41782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53903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MG改定・Blokees（該当部門より詳述）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701283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5673851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越境EC拡大（月商1,000万→3,000万の段階）・新規座組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961887"/>
            <a:ext cx="310896" cy="219456"/>
          </a:xfrm>
          <a:prstGeom prst="roundRect">
            <a:avLst>
              <a:gd name="adj" fmla="val 30000"/>
            </a:avLst>
          </a:prstGeom>
          <a:solidFill>
            <a:srgbClr val="B4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984747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5957315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B1B26"/>
                </a:solidFill>
                <a:latin typeface="Yu Gothic"/>
                <a:ea typeface="Yu Gothic"/>
                <a:cs typeface="Yu Gothic"/>
              </a:rPr>
              <a:t>※実効取り分率の変動リスクを毎月監視（過去に原価率悪化の実例）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※ 販管費25億の内訳・削減シミュレーションは次頁（コスト削減チーム報告）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8A8F9C"/>
                </a:solidFill>
                <a:latin typeface="Yu Gothic"/>
                <a:ea typeface="Yu Gothic"/>
                <a:cs typeface="Yu Gothic"/>
              </a:rPr>
              <a:t>円谷プロダクション 営業改革｜社外秘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5105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