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188720"/>
            <a:ext cx="2011680" cy="3810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構造改革 点検会議（第◯回）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7899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点検会議 キーチャート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本日ご決定いただきたいこと ＋ 全体進捗 ＋ 意思決定論点 ＋ ToDo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8912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日時：20◯◯年◯月◯日（◯）◯:◯◯〜◯:◯◯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出席：会長／永竹社長／分科会リーダー（黒澤・南谷・高橋）／PMO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※ 本テンプレートは5枚固定。作成上限2時間。詳細はWord議事メモ側に記載し、本紙は「判断に必要な情報」のみ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1｜本日決めること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本日ご決定いただきたい論点は◯件（最大3件）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各論点の詳細は3〜5枚目。ここでは全体像のみ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901952"/>
          <a:ext cx="11183109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112"/>
                <a:gridCol w="2402982"/>
                <a:gridCol w="2957517"/>
                <a:gridCol w="1663603"/>
                <a:gridCol w="2402982"/>
                <a:gridCol w="1293913"/>
              </a:tblGrid>
              <a:tr h="7772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論点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背景（なぜ今決めるか）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選択肢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事務局の推奨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決定欄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【記入】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【記入】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A案／B案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【記入】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【記入】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【記入】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A案／B案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【記入】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【記入】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【記入】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A案／B案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【記入】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12064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※ 3件を超える場合はPMOが事前に絞り込む（上げすぎは点検会議の質を下げる）。緊急でないものは次回へ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円谷プロダクション｜構造改革 点検会議 キーチャート（社外秘）｜作成：PMO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2｜全体進捗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15週間計画に対する現在地——◯週目／遅延テーマ：◯件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信号の定義　●緑：計画通り　●黄：遅延リスクあり（挽回策あり）　●赤：遅延（対応方針の判断が必要）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901952"/>
          <a:ext cx="11183109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626"/>
                <a:gridCol w="1466637"/>
                <a:gridCol w="3299934"/>
                <a:gridCol w="2199956"/>
                <a:gridCol w="2199956"/>
              </a:tblGrid>
              <a:tr h="65836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分科会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信号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今週までの主な進捗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遅延・リスク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挽回策・対応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接点づくり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●緑／●黄／●赤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【記入】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【記入】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【記入】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ライセンス営業改革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●緑／●黄／●赤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【記入】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【記入】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【記入】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経営基盤強化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●緑／●黄／●赤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【記入】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【記入】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【記入】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709160"/>
            <a:ext cx="11155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前回決定事項の消し込み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完了：◯件　／　進行中：◯件　／　期限超過：◯件（→ 超過項目は下表・対応方針つきで報告）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【記入】（期限超過項目：決定内容／担当／遅延理由／リカバリー期限）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円谷プロダクション｜構造改革 点検会議 キーチャート（社外秘）｜作成：PMO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3｜分科会別ハイライト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各分科会の「決まったこと・次にやること・課題」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737360"/>
          <a:ext cx="1118311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297"/>
                <a:gridCol w="3208269"/>
                <a:gridCol w="3116604"/>
                <a:gridCol w="3024940"/>
              </a:tblGrid>
              <a:tr h="9144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分科会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今期間に決まったこと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次の2週間でやること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課題（判断・支援が必要なもの）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接点づくり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【記入】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【記入】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【記入】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ライセンス営業改革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【記入】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【記入】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【記入】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経営基盤強化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【記入】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【記入】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【記入】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62356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※ 各セル3行以内。詳細な検討内容はWord議事メモ側へ。「課題」欄のうち会長判断が必要なものは1枚目・4枚目に昇格させる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円谷プロダクション｜構造改革 点検会議 キーチャート（社外秘）｜作成：PMO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4｜意思決定論点（詳細）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論点◯：【記入】（1論点につき本形式1枚。複数あればこのページを複製）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問い：【記入】（何を決めるのかを1文で）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901952"/>
          <a:ext cx="1118311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3286"/>
                <a:gridCol w="4399912"/>
                <a:gridCol w="4399912"/>
              </a:tblGrid>
              <a:tr h="43891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A案：【記入】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B案：【記入】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概要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【記入】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【記入】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効果（売上・利益・中計への寄与）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【記入】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【記入】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費用・リソース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【記入】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【記入】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リスク・留意点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【記入】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【記入】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実行スピード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【記入】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【記入】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892040"/>
            <a:ext cx="111556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事務局の推奨：【記入】案　／　理由：【記入】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ご決定事項：　□ A案　□ B案　□ 条件付き（条件：　　　　）　□ 差し戻し（追加検討：　　　　）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決定後の実行：担当＝【記入】　期限＝【記入】　初回報告＝次回点検会議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円谷プロダクション｜構造改革 点検会議 キーチャート（社外秘）｜作成：PMO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5｜次回までのToDo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本日の決定を受けた実行事項——次回点検会議（◯月◯日）で進捗を確認します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737360"/>
          <a:ext cx="1118310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8324"/>
                <a:gridCol w="3299934"/>
                <a:gridCol w="1283307"/>
                <a:gridCol w="1283307"/>
                <a:gridCol w="2199956"/>
                <a:gridCol w="2658280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ToDo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担当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期限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成果物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次回確認事項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【記入】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【記入】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【記入】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【記入】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【記入】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【記入】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【記入】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【記入】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【記入】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【記入】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【記入】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【記入】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【記入】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【記入】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【記入】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【記入】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【記入】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【記入】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【記入】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【記入】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【記入】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【記入】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【記入】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【記入】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【記入】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754880"/>
            <a:ext cx="111556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本日の決定事項（読み上げ・確認用）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① 【記入】（担当：◯◯／期限：◯／◯）　② 【記入】　③ 【記入】</a:t>
            </a:r>
          </a:p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※ 決定ログへはPMOが24時間以内に記録・全関係者へ展開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円谷プロダクション｜構造改革 点検会議 キーチャート（社外秘）｜作成：PMO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