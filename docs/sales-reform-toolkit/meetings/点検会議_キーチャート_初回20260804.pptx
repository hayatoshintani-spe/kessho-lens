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業績の報告 — 今期目標の構造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報告：永竹社長。目標は「ベース＋アップサイド」の二段構え。この場で毎月、予実を振り返ります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02736" cy="151790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ベース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25億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35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既存事業の営業利益計画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602736" cy="151790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アップサイド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＋15億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35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ライセンス＋5億・商品＋5億・中国＋5億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602736" cy="151790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今期目標（対外）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9572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40億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35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対外発表のミニマムライン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12463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アップサイド＋15億の内訳（実行部隊への割付）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78224"/>
            <a:ext cx="3602736" cy="932688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2452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ライセンス　＋5億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実行部隊：営業事業本部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078224"/>
            <a:ext cx="3602736" cy="932688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2452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商品　＋5億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実行部隊：商品開発事業本部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078224"/>
            <a:ext cx="3602736" cy="932688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22452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中国　＋5億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実行部隊：中国事業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58384"/>
            <a:ext cx="11183112" cy="859536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社内の目標ベースではアップサイド＋20億をミニマムとして運営します（各部の出来・不出来の凸凹を吸収するため）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事業本部別の落とし込み（配分案）と現状見込みの整理は8月中に確定します（担当：小沢）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883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分科会からの報告 — 90日後のゴールと初回の要点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各リーダー10分。冒頭に「90日後に達成したい状態（定量）」→ 決議・報告・承認の順で報告します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75104"/>
            <a:ext cx="11183112" cy="133502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ライセンス営業改革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リーダー：南谷さん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103120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90日後のゴール（定量）：リーダーから冒頭に提示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487168"/>
            <a:ext cx="7543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578608"/>
            <a:ext cx="7589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評価対象を140社から全量700〜800社に拡大。顧客評価は5軸（成長性は維持）で統一し、採点→ランク確定→重点顧客台帳の運用を開始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56432"/>
            <a:ext cx="11183112" cy="133502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02736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接点づくり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リーダー：黒澤さん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584448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90日後のゴール（定量）：リーダーから冒頭に提示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3968496"/>
            <a:ext cx="7543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4059936"/>
            <a:ext cx="7589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KGIは「IDでつながり続けるファン数」の方向。営業利益からの逆算（何万IDでいくらの利益を生む装置か）で再設計中。ID取得の空白（ウルトラマート・ライブ・EXPO）の施策化へ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37760"/>
            <a:ext cx="11183112" cy="133502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84064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経営基盤強化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リーダー：高橋さん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5065776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90日後のゴール（定量）：リーダーから冒頭に提示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5449824"/>
            <a:ext cx="7543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5541264"/>
            <a:ext cx="7589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予実・見込み管理の方針、AI活用、会議統廃合・業務軽量化（工数の可視化を開始）、契約・監修体制の改革。担当と期日つきで進行中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4593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※ 月次で「今月やること」を数字で区切り、翌月この場で振り返ります（やりっぱなしにしない）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承認事項（3件）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ご承認いただきたいのはこの3件です。決定は24時間以内に決定ログへ記録し、全関係者へ展開します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83112" cy="129844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31136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8483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今期目標の構造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87168"/>
            <a:ext cx="9692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40億＝ベース25億＋アップサイド15億（ライセンス・商品・中国 各＋5億）を正式目標とし、社内はアップサイド＋20億ミニマムで運営すること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64992"/>
            <a:ext cx="11183112" cy="129844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675888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29584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顧客評価の基本方針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931920"/>
            <a:ext cx="9692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全量700〜800社を対象に、5軸（取引実績・成長性・IP適合・CRM/D2C・海外）で統一評価すること。案件は1つのマッピングで見て、基準を超える特殊案件のみ戦略会議で決議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09744"/>
            <a:ext cx="11183112" cy="1298448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5120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2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97433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各分科会の90日後ゴール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376672"/>
            <a:ext cx="9692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3分科会が本日提示する定量ゴールを、90日間の到達点として確定すること（以後の点検会議はこのゴールへの進捗で報告）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本日の論点 — ご意見をいただきたいこと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決めるところまでは求めません。方向感のご意見をいただき、分科会に持ち帰って具体化します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8311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66544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論点1　接点のID取得の空白をどこまで一気に埋めるか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ウルトラマート来店・ライブ動員・EXPO先行チケットでIDが取れていない。取ろうとしていないだけで、QR・簡易登録→本登録の段階設計で取れる。どの接点から着手するか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64992"/>
            <a:ext cx="1118311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11296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論点2　ID基盤への投資判断の型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1363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会員IDが何万人でいくらの営業利益を生む装置になるのか。投資額と回収の関係を数字で設計し、実験→実証→投資の順で段階判断する進め方でよいか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09744"/>
            <a:ext cx="1118311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56048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論点3　トップ外交のターゲット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58383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重点顧客の上位から、会長・社長に登板いただきたい先の候補を次回までに絞り込む。選定の観点（アップサイド寄与・成長性）のご意見をいただきたい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山本会長より — 講評と次回に向けて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最後の5分は会長からの講評と、次回に向けたご指示をいただきます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83112" cy="201168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会長からの講評・ご指示（当日記入）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・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・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2452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次回までの確認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72000"/>
            <a:ext cx="11183112" cy="151790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36592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・本日の決定は24時間以内に決定ログへ記録し、全関係者へ展開します（STO）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・アップサイド15億の事業本部別の落とし込みと、レバー別ブリッジを8月中に確定します（担当：小沢）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・各分科会は90日後ゴールに向けた「今月やること」を数字で設定し、次回この場で振り返ります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・次回の点検会議は9月第1週（月次60分・本日と同じ型）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8832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